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94360"/>
            <a:ext cx="310896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30E1D6"/>
                </a:solidFill>
                <a:latin typeface="Aptos"/>
              </a:defRPr>
            </a:pPr>
            <a:r>
              <a:t>INTELLIGENT INDUSTRY  •  AI QUALITY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1F7FA"/>
                </a:solidFill>
                <a:latin typeface="Aptos"/>
              </a:defRPr>
            </a:pPr>
            <a:r>
              <a:t>BRIGHT 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65376"/>
            <a:ext cx="51206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30E1D6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>
                <a:solidFill>
                  <a:srgbClr val="F1F7FA"/>
                </a:solidFill>
                <a:latin typeface="Aptos"/>
              </a:defRPr>
            </a:pPr>
            <a:r>
              <a:t>See defects earlier.</a:t>
            </a:r>
            <a:br/>
            <a:r>
              <a:t>Keep production moving.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05072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FB4C2"/>
                </a:solidFill>
                <a:latin typeface="Aptos"/>
              </a:defRPr>
            </a:pPr>
            <a:r>
              <a:t>AI-powered visual inspection for smarter, safer factories.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983480"/>
            <a:ext cx="192024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30E1D6"/>
                </a:solidFill>
                <a:latin typeface="Aptos"/>
              </a:defRPr>
            </a:pPr>
            <a:r>
              <a:t>PROJECT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5955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1F7FA"/>
                </a:solidFill>
                <a:latin typeface="Aptos"/>
              </a:defRPr>
            </a:pPr>
            <a:r>
              <a:t>Built for operators • Designed for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FB4C2"/>
                </a:solidFill>
                <a:latin typeface="Aptos"/>
              </a:defRPr>
            </a:pPr>
            <a:r>
              <a:t>BRIGHT EYE DETECT  /  INTELLIGENT INDUSTRY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9FB4C2"/>
                </a:solidFill>
                <a:latin typeface="Aptos"/>
              </a:defRPr>
            </a:pPr>
            <a:r>
              <a:t>01  /  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91DA30-1E77-6032-3A4B-8EA889D16C01}"/>
              </a:ext>
            </a:extLst>
          </p:cNvPr>
          <p:cNvSpPr txBox="1"/>
          <p:nvPr/>
        </p:nvSpPr>
        <p:spPr>
          <a:xfrm>
            <a:off x="5210015" y="6058869"/>
            <a:ext cx="51206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1F7FA"/>
                </a:solidFill>
                <a:latin typeface="Aptos"/>
              </a:defRPr>
            </a:pPr>
            <a:r>
              <a:rPr lang="sv-SE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Hossam Elshahaby</a:t>
            </a:r>
            <a:endParaRPr sz="2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1792" y="502920"/>
            <a:ext cx="164592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FFAD56"/>
                </a:solidFill>
                <a:latin typeface="Aptos"/>
              </a:defRPr>
            </a:pPr>
            <a:r>
              <a:t>02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5760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7FA"/>
                </a:solidFill>
                <a:latin typeface="Aptos"/>
              </a:defRPr>
            </a:pPr>
            <a:r>
              <a:t>Small defects become</a:t>
            </a:r>
            <a:br/>
            <a:r>
              <a:t>expensive surprises.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5166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0">
                <a:solidFill>
                  <a:srgbClr val="9FB4C2"/>
                </a:solidFill>
                <a:latin typeface="Aptos"/>
              </a:defRPr>
            </a:pPr>
            <a:r>
              <a:t>When inspection is slow, inconsistent, or disconnected from evidence, problems can travel down the line before anyone sees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49039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AD5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49039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1F7FA"/>
                </a:solidFill>
                <a:latin typeface="Aptos"/>
              </a:defRPr>
            </a:pPr>
            <a:r>
              <a:t>LATE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05072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9FB4C2"/>
                </a:solidFill>
                <a:latin typeface="Aptos"/>
              </a:defRPr>
            </a:pPr>
            <a:r>
              <a:t>Defects found after extra work or scrap.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4988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AD5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88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1F7FA"/>
                </a:solidFill>
                <a:latin typeface="Aptos"/>
              </a:defRPr>
            </a:pPr>
            <a:r>
              <a:t>FRAGMENTED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54880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9FB4C2"/>
                </a:solidFill>
                <a:latin typeface="Aptos"/>
              </a:defRPr>
            </a:pPr>
            <a:r>
              <a:t>Photos, notes, and decisions get separated.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4865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AD5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48655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1F7FA"/>
                </a:solidFill>
                <a:latin typeface="Aptos"/>
              </a:defRPr>
            </a:pPr>
            <a:r>
              <a:t>SLOW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0468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9FB4C2"/>
                </a:solidFill>
                <a:latin typeface="Aptos"/>
              </a:defRPr>
            </a:pPr>
            <a:r>
              <a:t>Teams lack a clear priority and next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FB4C2"/>
                </a:solidFill>
                <a:latin typeface="Aptos"/>
              </a:defRPr>
            </a:pPr>
            <a:r>
              <a:t>BRIGHT EYE DETECT  /  INTELLIGENT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9FB4C2"/>
                </a:solidFill>
                <a:latin typeface="Aptos"/>
              </a:defRPr>
            </a:pPr>
            <a:r>
              <a:t>02  /  05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457200"/>
            <a:ext cx="178308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30E1D6"/>
                </a:solidFill>
                <a:latin typeface="Aptos"/>
              </a:defRPr>
            </a:pPr>
            <a:r>
              <a:t>03  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59436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1F7FA"/>
                </a:solidFill>
                <a:latin typeface="Aptos"/>
              </a:defRPr>
            </a:pPr>
            <a:r>
              <a:t>From visual evidence</a:t>
            </a:r>
            <a:br/>
            <a:r>
              <a:t>to confident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04288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FB4C2"/>
                </a:solidFill>
                <a:latin typeface="Aptos"/>
              </a:defRPr>
            </a:pPr>
            <a:r>
              <a:t>Bright Eye Detect turns a phone or factory camera into the start of a traceable inspection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2514600" cy="749808"/>
          </a:xfrm>
          <a:prstGeom prst="roundRect">
            <a:avLst/>
          </a:prstGeom>
          <a:solidFill>
            <a:srgbClr val="0E2330"/>
          </a:solidFill>
          <a:ln w="12700">
            <a:solidFill>
              <a:srgbClr val="27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37673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0E1D6"/>
                </a:solidFill>
                <a:latin typeface="Aptos"/>
              </a:defRPr>
            </a:pPr>
            <a:r>
              <a:t>01 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0233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F1F7FA"/>
                </a:solidFill>
                <a:latin typeface="Aptos"/>
              </a:defRPr>
            </a:pPr>
            <a:r>
              <a:t>Photo &amp; video 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657600"/>
            <a:ext cx="2514600" cy="749808"/>
          </a:xfrm>
          <a:prstGeom prst="roundRect">
            <a:avLst/>
          </a:prstGeom>
          <a:solidFill>
            <a:srgbClr val="0E2330"/>
          </a:solidFill>
          <a:ln w="12700">
            <a:solidFill>
              <a:srgbClr val="27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9584" y="37673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0E1D6"/>
                </a:solidFill>
                <a:latin typeface="Aptos"/>
              </a:defRPr>
            </a:pPr>
            <a:r>
              <a:t>02  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40233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F1F7FA"/>
                </a:solidFill>
                <a:latin typeface="Aptos"/>
              </a:defRPr>
            </a:pPr>
            <a:r>
              <a:t>Flag suspected defects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2514600" cy="749808"/>
          </a:xfrm>
          <a:prstGeom prst="roundRect">
            <a:avLst/>
          </a:prstGeom>
          <a:solidFill>
            <a:srgbClr val="0E2330"/>
          </a:solidFill>
          <a:ln w="12700">
            <a:solidFill>
              <a:srgbClr val="27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47274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0E1D6"/>
                </a:solidFill>
                <a:latin typeface="Aptos"/>
              </a:defRPr>
            </a:pPr>
            <a:r>
              <a:t>03 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9834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F1F7FA"/>
                </a:solidFill>
                <a:latin typeface="Aptos"/>
              </a:defRPr>
            </a:pPr>
            <a:r>
              <a:t>Confidence + human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617720"/>
            <a:ext cx="2514600" cy="749808"/>
          </a:xfrm>
          <a:prstGeom prst="roundRect">
            <a:avLst/>
          </a:prstGeom>
          <a:solidFill>
            <a:srgbClr val="0E2330"/>
          </a:solidFill>
          <a:ln w="12700">
            <a:solidFill>
              <a:srgbClr val="27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47274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0E1D6"/>
                </a:solidFill>
                <a:latin typeface="Aptos"/>
              </a:defRPr>
            </a:pPr>
            <a:r>
              <a:t>04 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9834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F1F7FA"/>
                </a:solidFill>
                <a:latin typeface="Aptos"/>
              </a:defRPr>
            </a:pPr>
            <a:r>
              <a:t>Evidence-backed PDF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FB4C2"/>
                </a:solidFill>
                <a:latin typeface="Aptos"/>
              </a:defRPr>
            </a:pPr>
            <a:r>
              <a:t>BRIGHT EYE DETECT  /  INTELLIGENT INDUSTRY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9FB4C2"/>
                </a:solidFill>
                <a:latin typeface="Aptos"/>
              </a:defRPr>
            </a:pPr>
            <a:r>
              <a:t>03  /  05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475488"/>
            <a:ext cx="242316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30E1D6"/>
                </a:solidFill>
                <a:latin typeface="Aptos"/>
              </a:defRPr>
            </a:pPr>
            <a:r>
              <a:t>04  /  INTELLIGENT FACTORIES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603504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1F7FA"/>
                </a:solidFill>
                <a:latin typeface="Aptos"/>
              </a:defRPr>
            </a:pPr>
            <a:r>
              <a:t>Make quality visible.</a:t>
            </a:r>
            <a:br/>
            <a:r>
              <a:t>Make action measurable.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404872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FB4C2"/>
                </a:solidFill>
                <a:latin typeface="Aptos"/>
              </a:defRPr>
            </a:pPr>
            <a:r>
              <a:t>A shared evidence trail helps operators, quality teams, and maintenance work from the same facts.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3456432"/>
            <a:ext cx="73152" cy="438912"/>
          </a:xfrm>
          <a:prstGeom prst="rect">
            <a:avLst/>
          </a:prstGeom>
          <a:solidFill>
            <a:srgbClr val="30E1D6"/>
          </a:solidFill>
          <a:ln w="12700">
            <a:solidFill>
              <a:srgbClr val="30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345643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1F7FA"/>
                </a:solidFill>
                <a:latin typeface="Aptos"/>
              </a:defRPr>
            </a:pPr>
            <a:r>
              <a:t>LESS DOWNTIME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456432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9FB4C2"/>
                </a:solidFill>
                <a:latin typeface="Aptos"/>
              </a:defRPr>
            </a:pPr>
            <a:r>
              <a:t>Surface issues sooner; route urgent findings for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114800"/>
            <a:ext cx="73152" cy="438912"/>
          </a:xfrm>
          <a:prstGeom prst="rect">
            <a:avLst/>
          </a:prstGeom>
          <a:solidFill>
            <a:srgbClr val="FFAD56"/>
          </a:solidFill>
          <a:ln w="12700">
            <a:solidFill>
              <a:srgbClr val="F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1148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1F7FA"/>
                </a:solidFill>
                <a:latin typeface="Aptos"/>
              </a:defRPr>
            </a:pPr>
            <a:r>
              <a:t>BETTER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11480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9FB4C2"/>
                </a:solidFill>
                <a:latin typeface="Aptos"/>
              </a:defRPr>
            </a:pPr>
            <a:r>
              <a:t>Improve consistency and trace recurring defect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773168"/>
            <a:ext cx="73152" cy="438912"/>
          </a:xfrm>
          <a:prstGeom prst="rect">
            <a:avLst/>
          </a:prstGeom>
          <a:solidFill>
            <a:srgbClr val="FF695C"/>
          </a:solidFill>
          <a:ln w="12700">
            <a:solidFill>
              <a:srgbClr val="FF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773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1F7FA"/>
                </a:solidFill>
                <a:latin typeface="Aptos"/>
              </a:defRPr>
            </a:pPr>
            <a:r>
              <a:t>SAFER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773168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9FB4C2"/>
                </a:solidFill>
                <a:latin typeface="Aptos"/>
              </a:defRPr>
            </a:pPr>
            <a:r>
              <a:t>Escalate potential hazards to qualified reviewers.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431536"/>
            <a:ext cx="73152" cy="438912"/>
          </a:xfrm>
          <a:prstGeom prst="rect">
            <a:avLst/>
          </a:prstGeom>
          <a:solidFill>
            <a:srgbClr val="30E1D6"/>
          </a:solidFill>
          <a:ln w="12700">
            <a:solidFill>
              <a:srgbClr val="30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54315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1F7FA"/>
                </a:solidFill>
                <a:latin typeface="Aptos"/>
              </a:defRPr>
            </a:pPr>
            <a:r>
              <a:t>LESS 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431536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0">
                <a:solidFill>
                  <a:srgbClr val="9FB4C2"/>
                </a:solidFill>
                <a:latin typeface="Aptos"/>
              </a:defRPr>
            </a:pPr>
            <a:r>
              <a:t>Catch defects before more material and effort are invested.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6108192"/>
            <a:ext cx="420624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FFAD56"/>
                </a:solidFill>
                <a:latin typeface="Aptos"/>
              </a:defRPr>
            </a:pPr>
            <a:r>
              <a:t>Illustrative dashboard metrics — replace with validated app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FB4C2"/>
                </a:solidFill>
                <a:latin typeface="Aptos"/>
              </a:defRPr>
            </a:pPr>
            <a:r>
              <a:t>BRIGHT EYE DETECT  /  INTELLIGENT INDUSTRY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9FB4C2"/>
                </a:solidFill>
                <a:latin typeface="Aptos"/>
              </a:defRPr>
            </a:pPr>
            <a:r>
              <a:t>04  /  05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621792"/>
            <a:ext cx="1417320" cy="292608"/>
          </a:xfrm>
          <a:prstGeom prst="roundRect">
            <a:avLst/>
          </a:prstGeom>
          <a:solidFill>
            <a:srgbClr val="0D2D36"/>
          </a:solidFill>
          <a:ln w="12700">
            <a:solidFill>
              <a:srgbClr val="1E6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>
              <a:defRPr sz="900" b="1">
                <a:solidFill>
                  <a:srgbClr val="30E1D6"/>
                </a:solidFill>
                <a:latin typeface="Aptos"/>
              </a:defRPr>
            </a:pPr>
            <a:r>
              <a:t>05  /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1F7FA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50592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30E1D6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1F7FA"/>
                </a:solidFill>
                <a:latin typeface="Aptos"/>
              </a:defRPr>
            </a:pPr>
            <a:r>
              <a:t>Bright Eye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FB4C2"/>
                </a:solidFill>
                <a:latin typeface="Aptos"/>
              </a:defRPr>
            </a:pPr>
            <a:r>
              <a:t>See defects earlier. Act with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0E1D6"/>
                </a:solidFill>
                <a:latin typeface="Aptos"/>
              </a:defRPr>
            </a:pPr>
            <a:r>
              <a:t>Explore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1F7FA"/>
                </a:solidFill>
                <a:latin typeface="Aptos"/>
              </a:defRPr>
            </a:pPr>
            <a:r>
              <a:t>bright-eye-detect.lovable.app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FB4C2"/>
                </a:solidFill>
                <a:latin typeface="Aptos"/>
              </a:defRPr>
            </a:pPr>
            <a:r>
              <a:t>BRIGHT EYE DETECT  /  INTELLIGENT INDUSTRY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9FB4C2"/>
                </a:solidFill>
                <a:latin typeface="Aptos"/>
              </a:defRPr>
            </a:pPr>
            <a:r>
              <a:t>05  /  05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314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Hossam Elshahaby</cp:lastModifiedBy>
  <cp:revision>2</cp:revision>
  <dcterms:created xsi:type="dcterms:W3CDTF">2013-01-27T09:14:16Z</dcterms:created>
  <dcterms:modified xsi:type="dcterms:W3CDTF">2026-10-12T23:41:01Z</dcterms:modified>
  <cp:category/>
</cp:coreProperties>
</file>